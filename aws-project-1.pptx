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70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72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62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6FD51-FD91-4194-9CA2-B22ECF7D4D7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7399-C89B-4773-8884-C44CC68E7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74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BEBC-DE03-D27F-6B00-C169BFEBF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C8248-DA1B-9F1A-DABE-99BA1211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0BD6A-BA81-288E-94E7-8437BEC4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5AF0D-DCEE-73FE-F24D-14C8DA6DF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791EA-079D-8A8F-C3EA-EB38A154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43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61FC-4286-08B9-0135-FD8A4CF4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F85D2-17AA-F016-9AB8-FDA47B17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5610-9220-D21D-25F7-A81AD613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EBCBB-B8DA-2087-5C36-A6F6FFC8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0F59F-465A-7DE8-D35B-AD9DC709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69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3093-E685-A7C5-538B-D5BEA9B6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4BC85-BF4A-DD34-F888-7A5C333D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4C66-89EA-CDF6-B9D8-60F189A0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D0476-670E-E51B-EC57-816C7134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C6EC4-D697-5611-5853-C853D13B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0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E652-BE44-E8E0-842A-6129B2A94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955BA-DCAB-F359-F3C4-BC5737A7E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B6586-2A5C-AAC1-3CFB-78FD6B110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1A6A6-D637-2BD8-DE5C-F43AEEF1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2E57B-AF09-D392-32AF-52E7CE66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9FE81-6098-77CD-CADE-531A04B8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0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E4120-7069-82FA-8053-11BED7899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4BA09-AE8C-4EEB-DBED-4E0946DFE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BB18B-70BC-2812-0CD3-0FFFB8DC9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5F53C-163A-98AA-94A7-05EE32CA0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123DE-378F-2E5D-E135-2C576218E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A0149-1D34-93B0-5BC7-2AEDE9FC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AB0DF-0E5D-D8F4-5A41-92423B33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DFB74-9D53-14E7-DA17-8CEBD8D3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85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4B59-7A87-E399-02AC-33EA7449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10C60-E589-CCAA-0630-4FB00278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BE58-3E5E-838B-54CD-D2AFAF4D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8A5AC-61E2-1198-C3E3-F73D3725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00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A9F97-3237-9308-5DAC-8DCABBC5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C041B-D80C-5895-AABD-901F10BB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6BD90-383A-4DEF-9562-9B922168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1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1D70E-6F27-D489-03A1-5140615F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1F946-3592-EB5E-AE32-0D2FF6223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B684A-D5F8-C7A3-9133-7BA2DE351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862E5-55F4-A0E7-7DF3-5F315A90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59AEE-E03A-6E4F-22E6-7BAF3D4C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F3A07-F8AC-7B9C-DE15-E9B62F0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48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E302-7D92-483C-550B-E3FE61FE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A4FA0-1EF1-59E0-A11A-B3D7B6A73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DDE8D-9F86-EA5A-8FE4-FCEFF5D5F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76A4E-078F-917E-2C35-1BF7681B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96F7B-806D-15FC-C7F4-7EC61BB68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5AF8F-A393-D0E0-C771-EBDBAC59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5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0B1F-23EC-1CEC-4F05-549AC6DA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B00F6-7640-B178-D3D4-E26902021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BA9FF-74D5-6291-CB99-9F81ABF8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0C0D-1278-D2F8-5188-80505A42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C9F61-500D-9A67-F857-4CF5C3E0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68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7DF5E-4475-DB3A-62D9-540749473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67FA6-B36C-DB23-DBBB-E1E04E9A8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E19C2-931B-5279-3E74-7D84DF02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C2F06-5434-D598-A04B-C985BFDC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57E4-6408-3EFC-B38A-16C13008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82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67226-3EDB-632F-80BB-A278EB2A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734F2-EBC3-1750-939E-121C15079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DA10-2443-4C92-6BF3-60E29AC5D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9C20C-06F3-49B5-9455-EDA9BAE418D8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EBB2-E00B-8B74-9037-FB8100874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8356-35A2-5C91-41AB-52A499115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A06F4-AA8A-426F-842A-61B090ADF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80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5BBD-230C-8ED7-1ADE-3F4C1F039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AWS EC2 web server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BFF8C-0093-25F8-CEC9-6E8071035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Created by harshitha</a:t>
            </a:r>
          </a:p>
          <a:p>
            <a:r>
              <a:rPr lang="en-IN" dirty="0"/>
              <a:t>Date : 11-01-2026</a:t>
            </a:r>
          </a:p>
        </p:txBody>
      </p:sp>
    </p:spTree>
    <p:extLst>
      <p:ext uri="{BB962C8B-B14F-4D97-AF65-F5344CB8AC3E}">
        <p14:creationId xmlns:p14="http://schemas.microsoft.com/office/powerpoint/2010/main" val="4183397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801D-90D8-8BFE-DC65-BBE5D1E9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D75A-CFD7-8AE6-D2B9-F1CDEC887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 (amazon web services) provides cloud computing services.</a:t>
            </a:r>
          </a:p>
          <a:p>
            <a:r>
              <a:rPr lang="en-IN" dirty="0"/>
              <a:t>AWS management console : it is a web based dashboard to access and manage all </a:t>
            </a:r>
            <a:r>
              <a:rPr lang="en-IN" dirty="0" err="1"/>
              <a:t>aws</a:t>
            </a:r>
            <a:r>
              <a:rPr lang="en-IN" dirty="0"/>
              <a:t> services.</a:t>
            </a:r>
          </a:p>
          <a:p>
            <a:r>
              <a:rPr lang="en-IN" dirty="0"/>
              <a:t>In this project ,an EC2 instance is used to host an application.</a:t>
            </a:r>
          </a:p>
          <a:p>
            <a:r>
              <a:rPr lang="en-IN" dirty="0"/>
              <a:t>It ensures </a:t>
            </a:r>
            <a:r>
              <a:rPr lang="en-IN" dirty="0" err="1"/>
              <a:t>scalability,elasticity,security,and</a:t>
            </a:r>
            <a:r>
              <a:rPr lang="en-IN" dirty="0"/>
              <a:t> reliability.</a:t>
            </a:r>
          </a:p>
        </p:txBody>
      </p:sp>
    </p:spTree>
    <p:extLst>
      <p:ext uri="{BB962C8B-B14F-4D97-AF65-F5344CB8AC3E}">
        <p14:creationId xmlns:p14="http://schemas.microsoft.com/office/powerpoint/2010/main" val="297798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B8AF-30D2-86B3-C9D5-19BD4497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2BF3-D7B6-36A8-658D-40862B340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Need a secure and scalable server.</a:t>
            </a:r>
          </a:p>
          <a:p>
            <a:r>
              <a:rPr lang="en-IN" dirty="0"/>
              <a:t>Tradition servers are costly.</a:t>
            </a:r>
          </a:p>
          <a:p>
            <a:r>
              <a:rPr lang="en-IN" dirty="0"/>
              <a:t>AWS EC2 provides a cost-effective solution.</a:t>
            </a:r>
          </a:p>
        </p:txBody>
      </p:sp>
    </p:spTree>
    <p:extLst>
      <p:ext uri="{BB962C8B-B14F-4D97-AF65-F5344CB8AC3E}">
        <p14:creationId xmlns:p14="http://schemas.microsoft.com/office/powerpoint/2010/main" val="81087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D8B3-117D-0C33-6843-C9614717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services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0CECC-0A74-6A8C-B046-FE77EBF11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" y="1825624"/>
            <a:ext cx="10886440" cy="583501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Amazon EC2 (amazon elastic compute cloud) : EC2 provides an virtual servers (called instances) to run </a:t>
            </a:r>
            <a:r>
              <a:rPr lang="en-IN" dirty="0" err="1"/>
              <a:t>apllications</a:t>
            </a:r>
            <a:r>
              <a:rPr lang="en-IN" dirty="0"/>
              <a:t>.</a:t>
            </a:r>
          </a:p>
          <a:p>
            <a:r>
              <a:rPr lang="en-IN" dirty="0"/>
              <a:t>Amazon VPC (amazon virtual private cloud) : VPC allows you to create a private network within AWS.</a:t>
            </a:r>
          </a:p>
          <a:p>
            <a:r>
              <a:rPr lang="en-IN" dirty="0"/>
              <a:t>It gives you control </a:t>
            </a:r>
            <a:r>
              <a:rPr lang="en-IN" dirty="0" err="1"/>
              <a:t>ober</a:t>
            </a:r>
            <a:r>
              <a:rPr lang="en-IN" dirty="0"/>
              <a:t> your IP </a:t>
            </a:r>
            <a:r>
              <a:rPr lang="en-IN" dirty="0" err="1"/>
              <a:t>addresses,subnets,route</a:t>
            </a:r>
            <a:r>
              <a:rPr lang="en-IN" dirty="0"/>
              <a:t> tables and security.</a:t>
            </a:r>
          </a:p>
          <a:p>
            <a:r>
              <a:rPr lang="en-IN" dirty="0"/>
              <a:t>Security groups : Act as a virtual firewalls for EC2 instances.</a:t>
            </a:r>
          </a:p>
          <a:p>
            <a:r>
              <a:rPr lang="en-IN" dirty="0"/>
              <a:t>Control inbound and outbound traffic.</a:t>
            </a:r>
          </a:p>
          <a:p>
            <a:r>
              <a:rPr lang="en-IN" dirty="0"/>
              <a:t>NACLS : act as firewalls at the subnet level.</a:t>
            </a:r>
          </a:p>
          <a:p>
            <a:r>
              <a:rPr lang="en-IN" dirty="0"/>
              <a:t>AWS IAM : IAM stands for identity and access management.it helps you securely control access to AWS resources.</a:t>
            </a:r>
          </a:p>
          <a:p>
            <a:r>
              <a:rPr lang="en-IN" dirty="0"/>
              <a:t>Amazon </a:t>
            </a:r>
            <a:r>
              <a:rPr lang="en-IN" dirty="0" err="1"/>
              <a:t>cloudtrail</a:t>
            </a:r>
            <a:r>
              <a:rPr lang="en-IN" dirty="0"/>
              <a:t> : it records every action performed in AWS</a:t>
            </a:r>
          </a:p>
          <a:p>
            <a:r>
              <a:rPr lang="en-IN" dirty="0"/>
              <a:t>It records : who logged </a:t>
            </a:r>
            <a:r>
              <a:rPr lang="en-IN" dirty="0" err="1"/>
              <a:t>in,which</a:t>
            </a:r>
            <a:r>
              <a:rPr lang="en-IN" dirty="0"/>
              <a:t> </a:t>
            </a:r>
            <a:r>
              <a:rPr lang="en-IN" dirty="0" err="1"/>
              <a:t>api</a:t>
            </a:r>
            <a:r>
              <a:rPr lang="en-IN" dirty="0"/>
              <a:t> was </a:t>
            </a:r>
            <a:r>
              <a:rPr lang="en-IN" dirty="0" err="1"/>
              <a:t>called,which</a:t>
            </a:r>
            <a:r>
              <a:rPr lang="en-IN" dirty="0"/>
              <a:t> resource was </a:t>
            </a:r>
            <a:r>
              <a:rPr lang="en-IN" dirty="0" err="1"/>
              <a:t>created,deleted</a:t>
            </a:r>
            <a:r>
              <a:rPr lang="en-IN" dirty="0"/>
              <a:t>, or </a:t>
            </a:r>
            <a:r>
              <a:rPr lang="en-IN" dirty="0" err="1"/>
              <a:t>modified,from</a:t>
            </a:r>
            <a:r>
              <a:rPr lang="en-IN" dirty="0"/>
              <a:t> where the request originated.</a:t>
            </a:r>
          </a:p>
          <a:p>
            <a:pPr marL="0" indent="0">
              <a:buNone/>
            </a:pPr>
            <a:r>
              <a:rPr lang="en-IN" dirty="0"/>
              <a:t>                     </a:t>
            </a:r>
          </a:p>
          <a:p>
            <a:r>
              <a:rPr lang="en-IN" dirty="0"/>
              <a:t>Amazon CloudTrail : it records every action performed in AWS.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636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9665-D762-6350-58B8-FE0A4F67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5" name="Content Placeholder 4" descr="computer architecture">
            <a:extLst>
              <a:ext uri="{FF2B5EF4-FFF2-40B4-BE49-F238E27FC236}">
                <a16:creationId xmlns:a16="http://schemas.microsoft.com/office/drawing/2014/main" id="{9FF30C08-2D33-B0AF-940B-DE4B45D76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221" y="1825625"/>
            <a:ext cx="6529557" cy="4351338"/>
          </a:xfrm>
        </p:spPr>
      </p:pic>
    </p:spTree>
    <p:extLst>
      <p:ext uri="{BB962C8B-B14F-4D97-AF65-F5344CB8AC3E}">
        <p14:creationId xmlns:p14="http://schemas.microsoft.com/office/powerpoint/2010/main" val="2161351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1071-6893-C3E2-BF4B-0EADFEAB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07C0-6C33-0554-A485-42F0FD54A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1.created AWS account with root email.</a:t>
            </a:r>
          </a:p>
          <a:p>
            <a:r>
              <a:rPr lang="en-IN" dirty="0"/>
              <a:t>2.created IAM group and users.</a:t>
            </a:r>
          </a:p>
          <a:p>
            <a:r>
              <a:rPr lang="en-IN" dirty="0"/>
              <a:t>3.created VPC.</a:t>
            </a:r>
          </a:p>
          <a:p>
            <a:r>
              <a:rPr lang="en-IN" dirty="0"/>
              <a:t>4.launched EC2 inside VPC.</a:t>
            </a:r>
          </a:p>
          <a:p>
            <a:r>
              <a:rPr lang="en-IN" dirty="0"/>
              <a:t>5.configure security group.</a:t>
            </a:r>
          </a:p>
          <a:p>
            <a:r>
              <a:rPr lang="en-IN" dirty="0"/>
              <a:t>6.connected using SSH.</a:t>
            </a:r>
          </a:p>
          <a:p>
            <a:r>
              <a:rPr lang="en-IN" dirty="0"/>
              <a:t>7.installed web server.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01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D696-2D11-ABA4-FF06-F1562136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7FC98-67D7-0F8A-7AD6-9A2A6A73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Security group allows SSH(22)</a:t>
            </a:r>
          </a:p>
          <a:p>
            <a:r>
              <a:rPr lang="en-IN" dirty="0"/>
              <a:t>HTTP(80) enabled</a:t>
            </a:r>
          </a:p>
          <a:p>
            <a:r>
              <a:rPr lang="en-IN" dirty="0"/>
              <a:t>IAM user created with limited access</a:t>
            </a:r>
          </a:p>
        </p:txBody>
      </p:sp>
    </p:spTree>
    <p:extLst>
      <p:ext uri="{BB962C8B-B14F-4D97-AF65-F5344CB8AC3E}">
        <p14:creationId xmlns:p14="http://schemas.microsoft.com/office/powerpoint/2010/main" val="74720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FB72-2E9C-2224-A7E0-7DD43C6C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groups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B9B40B-A331-F5C3-4ECC-4A3B4DEFC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043" y="1593668"/>
            <a:ext cx="8298420" cy="4753112"/>
          </a:xfrm>
        </p:spPr>
      </p:pic>
    </p:spTree>
    <p:extLst>
      <p:ext uri="{BB962C8B-B14F-4D97-AF65-F5344CB8AC3E}">
        <p14:creationId xmlns:p14="http://schemas.microsoft.com/office/powerpoint/2010/main" val="3252913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F580-A473-D8E4-366C-7A0C5683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and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187C-4D0C-A920-FD01-0114E3778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</a:t>
            </a:r>
            <a:r>
              <a:rPr lang="en-IN" dirty="0" err="1"/>
              <a:t>cloudtrail</a:t>
            </a:r>
            <a:r>
              <a:rPr lang="en-IN" dirty="0"/>
              <a:t> logs API activities.</a:t>
            </a:r>
          </a:p>
          <a:p>
            <a:r>
              <a:rPr lang="en-IN" dirty="0" err="1"/>
              <a:t>Cloudwatch</a:t>
            </a:r>
            <a:r>
              <a:rPr lang="en-IN" dirty="0"/>
              <a:t> monitors EC2 performance.</a:t>
            </a:r>
          </a:p>
        </p:txBody>
      </p:sp>
    </p:spTree>
    <p:extLst>
      <p:ext uri="{BB962C8B-B14F-4D97-AF65-F5344CB8AC3E}">
        <p14:creationId xmlns:p14="http://schemas.microsoft.com/office/powerpoint/2010/main" val="245543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37BB-A053-7C59-CFBC-5AF9E145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AE573D43-CB7A-B87A-17EE-BB976FA6A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9" y="1825625"/>
            <a:ext cx="9966960" cy="4351338"/>
          </a:xfrm>
        </p:spPr>
      </p:pic>
    </p:spTree>
    <p:extLst>
      <p:ext uri="{BB962C8B-B14F-4D97-AF65-F5344CB8AC3E}">
        <p14:creationId xmlns:p14="http://schemas.microsoft.com/office/powerpoint/2010/main" val="2654247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3AED-B84F-EEEE-AB66-F5571A25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9DA38-DFE2-2F63-F6E3-C9AC39CA9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EC2 instance launched successfully.</a:t>
            </a:r>
          </a:p>
          <a:p>
            <a:r>
              <a:rPr lang="en-IN" dirty="0"/>
              <a:t>Secure access configured.</a:t>
            </a:r>
          </a:p>
          <a:p>
            <a:r>
              <a:rPr lang="en-IN" dirty="0"/>
              <a:t>Application running successfully.</a:t>
            </a:r>
          </a:p>
        </p:txBody>
      </p:sp>
    </p:spTree>
    <p:extLst>
      <p:ext uri="{BB962C8B-B14F-4D97-AF65-F5344CB8AC3E}">
        <p14:creationId xmlns:p14="http://schemas.microsoft.com/office/powerpoint/2010/main" val="4208657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B4B1-4017-0B4B-1198-EC5BF2BD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Ec2 instance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E615D9-BFCE-E95E-CBF9-B3383069C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825625"/>
            <a:ext cx="9570720" cy="4351338"/>
          </a:xfrm>
        </p:spPr>
      </p:pic>
    </p:spTree>
    <p:extLst>
      <p:ext uri="{BB962C8B-B14F-4D97-AF65-F5344CB8AC3E}">
        <p14:creationId xmlns:p14="http://schemas.microsoft.com/office/powerpoint/2010/main" val="3648495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B802-D272-C4A5-3415-75B55CF8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VPC 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712F377A-1E69-2738-0688-EE6BC0A5F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25625"/>
            <a:ext cx="10591800" cy="4351338"/>
          </a:xfrm>
        </p:spPr>
      </p:pic>
    </p:spTree>
    <p:extLst>
      <p:ext uri="{BB962C8B-B14F-4D97-AF65-F5344CB8AC3E}">
        <p14:creationId xmlns:p14="http://schemas.microsoft.com/office/powerpoint/2010/main" val="1031625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732C-7F69-45CF-63F5-084B4BC4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2241E-B8EE-FE8E-19C1-78E2D0CC1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EC2 is flexible and scalable.</a:t>
            </a:r>
          </a:p>
          <a:p>
            <a:r>
              <a:rPr lang="en-IN" dirty="0"/>
              <a:t>Security and monitoring are easy to manage.</a:t>
            </a:r>
          </a:p>
          <a:p>
            <a:r>
              <a:rPr lang="en-IN" dirty="0"/>
              <a:t>Project achieved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208494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371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Office Theme</vt:lpstr>
      <vt:lpstr>AWS EC2 web server project</vt:lpstr>
      <vt:lpstr>Introduction</vt:lpstr>
      <vt:lpstr>Problem statement</vt:lpstr>
      <vt:lpstr>AWS services used</vt:lpstr>
      <vt:lpstr>Architecture diagram</vt:lpstr>
      <vt:lpstr>Implementation steps</vt:lpstr>
      <vt:lpstr>Security configuration</vt:lpstr>
      <vt:lpstr>security groups</vt:lpstr>
      <vt:lpstr>Monitoring and logs</vt:lpstr>
      <vt:lpstr>PowerPoint Presentation</vt:lpstr>
      <vt:lpstr>output</vt:lpstr>
      <vt:lpstr>Ec2 instance</vt:lpstr>
      <vt:lpstr>VPC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pamulapati</dc:creator>
  <cp:lastModifiedBy>harshitha pamulapati</cp:lastModifiedBy>
  <cp:revision>1</cp:revision>
  <dcterms:created xsi:type="dcterms:W3CDTF">2026-01-11T04:29:56Z</dcterms:created>
  <dcterms:modified xsi:type="dcterms:W3CDTF">2026-01-11T07:29:33Z</dcterms:modified>
</cp:coreProperties>
</file>